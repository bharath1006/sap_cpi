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SjlPZR2JqowAD007O2jVidLTd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evelopers.sap.com/tutorials/hcp-create-trial-account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ount.hanatrial.ondemand.com/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IN" sz="3500">
                <a:solidFill>
                  <a:srgbClr val="FFFFFF"/>
                </a:solidFill>
              </a:rPr>
              <a:t>SAP Trial Account Set Up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94" name="Google Shape;94;p1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i="0" lang="en-IN" sz="1700" u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en-IN" sz="17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https://developers.sap.com/tutorials/hcp-create-trial-account.html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1640522" y="1671569"/>
            <a:ext cx="4351438" cy="222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IN" sz="3500"/>
              <a:t>SAP Integration Suite</a:t>
            </a:r>
            <a:endParaRPr sz="3500"/>
          </a:p>
        </p:txBody>
      </p:sp>
      <p:pic>
        <p:nvPicPr>
          <p:cNvPr descr="Checkmark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711" y="2843834"/>
            <a:ext cx="898899" cy="89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640523" y="4072044"/>
            <a:ext cx="4351437" cy="2057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descr="Checkmark" id="103" name="Google Shape;103;p2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4981073" y="1469503"/>
            <a:ext cx="3918995" cy="391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IN" sz="3500">
                <a:solidFill>
                  <a:srgbClr val="FFFFFF"/>
                </a:solidFill>
              </a:rPr>
              <a:t>TRIAL ACCOUNT CREATION STEPS</a:t>
            </a:r>
            <a:endParaRPr sz="3500">
              <a:solidFill>
                <a:srgbClr val="FFFFFF"/>
              </a:solidFill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608290" y="2065286"/>
            <a:ext cx="1619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Go to </a:t>
            </a:r>
            <a:r>
              <a:rPr b="0" i="0" lang="en-IN" sz="1800" u="sng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https://cockpit.hanatrial.ondemand.com/</a:t>
            </a:r>
            <a:r>
              <a:rPr b="0" i="0" lang="en-IN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Select the region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608306" y="4337110"/>
            <a:ext cx="201385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this will  create Global Trial Account and SubAccount.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subAccount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68640"/>
            <a:ext cx="6151106" cy="2746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" y="4219840"/>
            <a:ext cx="2971874" cy="254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3241" y="4315138"/>
            <a:ext cx="3182112" cy="244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IN" sz="3500">
                <a:solidFill>
                  <a:srgbClr val="FFFFFF"/>
                </a:solidFill>
              </a:rPr>
              <a:t>TRIAL ACCOUNT CREATION STEPS</a:t>
            </a:r>
            <a:endParaRPr sz="3500">
              <a:solidFill>
                <a:srgbClr val="FFFFFF"/>
              </a:solidFill>
            </a:endParaRPr>
          </a:p>
        </p:txBody>
      </p:sp>
      <p:pic>
        <p:nvPicPr>
          <p:cNvPr id="129" name="Google Shape;12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291" y="1480457"/>
            <a:ext cx="6086479" cy="288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4321829"/>
            <a:ext cx="6086476" cy="253383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6633665" y="2072073"/>
            <a:ext cx="1619054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Go to Sub account and now Click On Create</a:t>
            </a:r>
            <a:endParaRPr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608306" y="4337110"/>
            <a:ext cx="201385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We need to select Service as Integration Suite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Plan as Trial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Create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1590741"/>
            <a:ext cx="6727515" cy="266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097416"/>
            <a:ext cx="6727513" cy="27605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6868886" y="1712922"/>
            <a:ext cx="215537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Go to Users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Because we need to users and permissions here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It is called as user Access Management for Integration Suit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727513" y="5016043"/>
            <a:ext cx="24492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Go to Role Collection and Assign Role Collection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90741"/>
            <a:ext cx="6270171" cy="2602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4200111"/>
            <a:ext cx="6270171" cy="265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6270170" y="2011572"/>
            <a:ext cx="298268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Here we need to Add role called Integration_Provisioner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Assign Role Collection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270171" y="5127283"/>
            <a:ext cx="27744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Go back To Instances &amp; Subscriptions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762" y="1590740"/>
            <a:ext cx="6377086" cy="2569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159876"/>
            <a:ext cx="6363324" cy="269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6570155" y="2292781"/>
            <a:ext cx="2087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Click On Integration Suit Tab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Which will redirect us to Application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 flipH="1">
            <a:off x="6570155" y="4852389"/>
            <a:ext cx="2283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We need to add all Capabilities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1590741"/>
            <a:ext cx="6263640" cy="281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" y="4402764"/>
            <a:ext cx="6263640" cy="245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6272690" y="2650338"/>
            <a:ext cx="246017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Add Build Integration Scenarios and Manage API’s capabilities.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Next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6792685" y="2447979"/>
            <a:ext cx="1556658" cy="1012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Next and Activate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97432"/>
            <a:ext cx="5829300" cy="2569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089" y="4159876"/>
            <a:ext cx="5829300" cy="268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/>
        </p:nvSpPr>
        <p:spPr>
          <a:xfrm>
            <a:off x="6561364" y="5042938"/>
            <a:ext cx="20193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Its Going To Active Everything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1597432"/>
            <a:ext cx="6263640" cy="2680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4297530"/>
            <a:ext cx="6263638" cy="256047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6336163" y="2330903"/>
            <a:ext cx="255814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Again Security🡪 Go Back To Users🡪Go To Role Collection🡪Assign Role Collection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6263639" y="5058506"/>
            <a:ext cx="30153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we need to assign the roles for CPI and APIM.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08" y="1617910"/>
            <a:ext cx="2970928" cy="144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3236" y="1660164"/>
            <a:ext cx="2881677" cy="134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4914" y="1660165"/>
            <a:ext cx="3146778" cy="1403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" y="3174663"/>
            <a:ext cx="9144000" cy="70391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72309" y="4074416"/>
            <a:ext cx="819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all roles need to be added , Now Click On OK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" y="4464225"/>
            <a:ext cx="7090936" cy="23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 txBox="1"/>
          <p:nvPr/>
        </p:nvSpPr>
        <p:spPr>
          <a:xfrm>
            <a:off x="7260521" y="4074416"/>
            <a:ext cx="1811173" cy="2262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Go Back to Instance and Subscriptions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Click on Integration suit Application button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65" y="1292837"/>
            <a:ext cx="6184166" cy="26955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2"/>
          <p:cNvSpPr txBox="1"/>
          <p:nvPr/>
        </p:nvSpPr>
        <p:spPr>
          <a:xfrm>
            <a:off x="6590434" y="2178927"/>
            <a:ext cx="20856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When you click on trail you can see this page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" y="3910654"/>
            <a:ext cx="6184166" cy="294734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 txBox="1"/>
          <p:nvPr/>
        </p:nvSpPr>
        <p:spPr>
          <a:xfrm>
            <a:off x="6504492" y="4627381"/>
            <a:ext cx="24274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Now We need to go to services and click on instance and Subscriptions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2156"/>
                </a:srgbClr>
              </a:gs>
              <a:gs pos="100000">
                <a:srgbClr val="244061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07648"/>
            <a:ext cx="9144000" cy="535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 txBox="1"/>
          <p:nvPr/>
        </p:nvSpPr>
        <p:spPr>
          <a:xfrm>
            <a:off x="1584957" y="564537"/>
            <a:ext cx="75590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You Can See Components Of SAP CPI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>Satish Maddala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FF99ABD8B3BA4D1EB6437708430ECDD7_12</vt:lpwstr>
  </property>
  <property fmtid="{D5CDD505-2E9C-101B-9397-08002B2CF9AE}" pid="3" name="KSOProductBuildVer">
    <vt:lpwstr>1033-12.2.0.23196</vt:lpwstr>
  </property>
</Properties>
</file>